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ACAFF"/>
          </a:solidFill>
          <a:ln w="12700">
            <a:solidFill>
              <a:srgbClr val="8AC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ME8930  ·  AI for Composites and Manufacturing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 Materials Database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Repository for Composite Thermoplastic Property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371600" cy="36576"/>
          </a:xfrm>
          <a:prstGeom prst="rect">
            <a:avLst/>
          </a:prstGeom>
          <a:solidFill>
            <a:srgbClr val="8ACAFF"/>
          </a:solidFill>
          <a:ln w="12700">
            <a:solidFill>
              <a:srgbClr val="8AC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Report  ·  May 2026</a:t>
            </a: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work with Abhijit (Clemson + University of Delaware)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bottleneck for ML in composites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classes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 · Fibers · Composites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captured with section / property / value / unit / test condition / comments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composites — forward + inverse design, process–quality models — all depend on training data that does not exist in usable form.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data is locked in PDFs: manufacturer datasheets and journal papers.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databases are sparse, unit-inconsistent, and paywalled. No widely accepted open repository for thermoplastic composites.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backend, Streamlit frontend, Gemini extraction, Hugging Face Spaces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377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EAV tables: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 · Fibers · Composites_materials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via env vars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377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417320"/>
            <a:ext cx="73152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Search · Upload · Contact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data layer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377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73152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(python:3.11-slim)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7860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open-source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one row per property observation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 (entity–attribute–value) layout. Class is encoded by the table.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material_name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Generic material (e.g., "Polyetheretherketone")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material_abbreviation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Short identifier (e.g., "PEEK")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Property category (Mechanical, Thermal, …)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property_name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Canonical or free-text property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Measured value or range (text)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SI unit 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english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Imperial-unit value, when reported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test_condition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Temperature, strain rate, standard, geometry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comments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Notes, footnotes, standard references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EAV?  Composite property data is sparse, the property taxonomy is open, and every observation has its own test conditions.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structured rows via Gemini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gemini-2.5-flash-preview · temperature 0 · enforced JSON schema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5453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16802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1680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drops a datasheet or paper. Base64-encoded and sent inline.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8890" y="1371600"/>
            <a:ext cx="195453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6050" y="15544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605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86050" y="2286000"/>
            <a:ext cx="16802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Schema-typed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86050" y="2697480"/>
            <a:ext cx="1680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responseSchema forces a fixed JSON shape: name, abbreviation, manufacturer, property list.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0580" y="1371600"/>
            <a:ext cx="195453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7740" y="15544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77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77740" y="2286000"/>
            <a:ext cx="16802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 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77740" y="2697480"/>
            <a:ext cx="1680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frames the model as an expert materials scientist; enumerates required per-property fields.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32270" y="1371600"/>
            <a:ext cx="195453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69430" y="15544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943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69430" y="2286000"/>
            <a:ext cx="16802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69430" y="2697480"/>
            <a:ext cx="1680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flattened to a DataFrame matching the EAV schema; plot images extracted in parallel.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extraction (PyMuPDF + OpenCV) runs in parallel: figures are detected, captioned, and mapped to the matching property row.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workflows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Upload (manual) · Upload (PDF-assisted)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class · filter by matrix/fiber · paginated material grid · Inspect tab shows property table + plot image.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manual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7157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entry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class → property category → curated property name → enter value, unit, test condition, comments.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7673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Gemini-assisted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PDF → Gemini extracts → user reviews → assign class → insert. Plots are mapped to properties in a second tab.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and data-quality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the seed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polymer materials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~289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property rows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sections observed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PTFE · ABS · PEKK · Nylon 66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Fibers + Composites tables: empty.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issues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691640"/>
            <a:ext cx="4206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inconsistency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rows omit the unit key; some store units inline in the value.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unit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SI/English mixed within a single value string.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property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property at different test conditions — intentional, but blocks naive UNIQUE.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attribution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PDF / DOI / page-number column today.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— autonomous ingestion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human-in-the-loop. Target: agent decides what to ingest, validates, and writes.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5453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95453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1314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158877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Semantic Scholar / OpenAlex / arXiv; ranks candidates; downloads top results.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8890" y="1371600"/>
            <a:ext cx="195453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8890" y="1371600"/>
            <a:ext cx="195453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033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51810" y="1463040"/>
            <a:ext cx="1314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31770" y="2148840"/>
            <a:ext cx="158877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Gemini pipeline — schema-typed, deterministic, already production-ready.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0580" y="1371600"/>
            <a:ext cx="195453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0580" y="1371600"/>
            <a:ext cx="195453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202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43500" y="1463040"/>
            <a:ext cx="1314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3460" y="2148840"/>
            <a:ext cx="158877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normalization, plausibility ranges, dedup. Failures → review queue.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32270" y="1371600"/>
            <a:ext cx="195453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32270" y="1371600"/>
            <a:ext cx="195453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371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5190" y="1463040"/>
            <a:ext cx="1314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15150" y="2148840"/>
            <a:ext cx="158877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writes to Postgres; every row carries a provenance FK to a sources table.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today covers steps 2–4 on a fixed PDF corpus, without source discovery.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batch-ingestion prototype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Composites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batch_ingest.py — extraction + validation + dedup, no human in the loop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C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batch_ingest.py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C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--input ./pdfs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C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 ./materials_mirror.sqlite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C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--review review_queue.csv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C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--report run_report.json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walk a PDF folder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Gemini extract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classify (Polymer / Fiber / Composite)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validate units + ranges + dedup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insert to SQLite mirror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per PDF (Gemini)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flagged: missing unit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880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flagged: inline-unit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429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numeric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Re-ingesting a previously seen PDF inserts zero new rows — dedup works.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508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Mathias Heider  |  ME8930 Course Project  |  May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508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ACAFF"/>
          </a:solidFill>
          <a:ln w="12700">
            <a:solidFill>
              <a:srgbClr val="8AC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&amp;  thank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to build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sources table and write provenance for every inserted row.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 a 50–100 row evaluation set for extraction precision/recall.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keyword-based class routing with a small classifier on extracted content.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source discovery (OpenAlex / Semantic Scholar / arXiv) with relevance scoring.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validation rules to a config file so domain experts can edit ranges.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229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research with Abhijit (AbhijitClemson) and the AIM Composites team — Clemson + UDel. Thanks to the ME8930 instructor for framing the autonomous-AI question.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Composites Materials Database — ME8930</dc:title>
  <dc:subject>PptxGenJS Presentation</dc:subject>
  <dc:creator>Mathias Heider</dc:creator>
  <cp:lastModifiedBy>Mathias Heider</cp:lastModifiedBy>
  <cp:revision>1</cp:revision>
  <dcterms:created xsi:type="dcterms:W3CDTF">2026-05-18T20:43:55Z</dcterms:created>
  <dcterms:modified xsi:type="dcterms:W3CDTF">2026-05-18T20:43:55Z</dcterms:modified>
</cp:coreProperties>
</file>